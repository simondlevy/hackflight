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4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8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3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536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87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478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6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44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3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70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79804-AA75-486A-AC1E-9996C04BB69C}" type="datetimeFigureOut">
              <a:rPr lang="en-US" smtClean="0"/>
              <a:t>9/12/2021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E7A38-B2AB-4E2F-A81C-3EB88A424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410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145" y="1209190"/>
            <a:ext cx="4114800" cy="375384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97990" y="1183242"/>
            <a:ext cx="4114800" cy="375383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4713695" y="2471438"/>
            <a:ext cx="2743200" cy="2743200"/>
            <a:chOff x="4852270" y="4157332"/>
            <a:chExt cx="2743200" cy="2743200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4579" y="4746056"/>
              <a:ext cx="2286000" cy="1583161"/>
            </a:xfrm>
            <a:prstGeom prst="rect">
              <a:avLst/>
            </a:prstGeom>
          </p:spPr>
        </p:pic>
        <p:sp>
          <p:nvSpPr>
            <p:cNvPr id="6" name="Oval 5"/>
            <p:cNvSpPr/>
            <p:nvPr/>
          </p:nvSpPr>
          <p:spPr>
            <a:xfrm>
              <a:off x="4852270" y="4157332"/>
              <a:ext cx="2743200" cy="2743200"/>
            </a:xfrm>
            <a:prstGeom prst="ellipse">
              <a:avLst/>
            </a:prstGeom>
            <a:solidFill>
              <a:schemeClr val="bg1">
                <a:alpha val="0"/>
              </a:schemeClr>
            </a:solidFill>
            <a:ln w="666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0872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Washington and Lee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Levy, Simon</dc:creator>
  <cp:lastModifiedBy>Levy, Simon</cp:lastModifiedBy>
  <cp:revision>12</cp:revision>
  <dcterms:created xsi:type="dcterms:W3CDTF">2021-09-06T18:28:41Z</dcterms:created>
  <dcterms:modified xsi:type="dcterms:W3CDTF">2021-09-12T21:30:57Z</dcterms:modified>
</cp:coreProperties>
</file>